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Introduction" id="{introduction}"/>
        <p14:section name="Preparation" id="{preparation}"/>
        <p14:section name="Baking &amp; Serving" id="{baking &amp; serving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1800" b="0">
                <a:solidFill>
                  <a:srgbClr val="475569"/>
                </a:solidFill>
                <a:latin typeface="Calibri"/>
              </a:rPr>
              <a:t>No kneading required, 4 simple ingredients, baked in a Dutch Oven.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Introduction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645920"/>
            <a:ext cx="4114800" cy="438912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50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50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 descr="A freshly baked round loaf of golden-brown artisanal no-knead bread with a crispy, flour-dusted crust in a Dutch ov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3474720" cy="23038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0F172A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0F172A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0F172A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1 1/2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334155"/>
                          </a:solidFill>
                          <a:latin typeface="Calibri"/>
                        </a:rPr>
                        <a:t>Room temperature (approx. 70°F)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45920"/>
            <a:ext cx="0" cy="457200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1. In a large bowl, whisk together flour, salt, and yeast.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2. Add room-temperature water; stir with a wooden spoon until a shaggy dough forms.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3. Cover tightly with plastic wrap; let rest at room temperature for 12 to 18 hours.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4. Preheat oven and covered cast iron Dutch oven to 450°F (230°C).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5. Gently turn dough onto a floured surface, shape into a ball, and transfer to hot pot.</a:t>
            </a:r>
          </a:p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Calibri"/>
              </a:rPr>
              <a:t>6. Bake covered for 30 minutes, then uncovered for 15 to 20 minutes until golden brown.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b="1">
                <a:solidFill>
                  <a:srgbClr val="0F172A"/>
                </a:solidFill>
                <a:latin typeface="Calibri"/>
              </a:rPr>
              <a:t>Serving &amp; Storage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45920"/>
            <a:ext cx="0" cy="438912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500" b="1">
                <a:solidFill>
                  <a:srgbClr val="0F172A"/>
                </a:solidFill>
                <a:latin typeface="Calibri"/>
              </a:rPr>
              <a:t>Cool Completely: </a:t>
            </a:r>
            <a:r>
              <a:rPr lang="en-US" sz="1500" b="0">
                <a:solidFill>
                  <a:srgbClr val="334155"/>
                </a:solidFill>
                <a:latin typeface="Calibri"/>
              </a:rPr>
              <a:t>Allow loaf to rest on a wire cooling rack for at least 1 hour before slicing to prevent gumminess.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500" b="1">
                <a:solidFill>
                  <a:srgbClr val="0F172A"/>
                </a:solidFill>
                <a:latin typeface="Calibri"/>
              </a:rPr>
              <a:t>Storage: </a:t>
            </a:r>
            <a:r>
              <a:rPr lang="en-US" sz="1500" b="0">
                <a:solidFill>
                  <a:srgbClr val="334155"/>
                </a:solidFill>
                <a:latin typeface="Calibri"/>
              </a:rPr>
              <a:t>Store at room temperature in a paper bag or bread box for up to 3 days. Avoid plastic bags.</a:t>
            </a:r>
          </a:p>
          <a:p>
            <a:pPr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500" b="1">
                <a:solidFill>
                  <a:srgbClr val="0F172A"/>
                </a:solidFill>
                <a:latin typeface="Calibri"/>
              </a:rPr>
              <a:t>Serving: </a:t>
            </a:r>
            <a:r>
              <a:rPr lang="en-US" sz="1500" b="0">
                <a:solidFill>
                  <a:srgbClr val="334155"/>
                </a:solidFill>
                <a:latin typeface="Calibri"/>
              </a:rPr>
              <a:t>Perfect warm with salted European butter, extra virgin olive oil, or hearty soups.</a:t>
            </a:r>
          </a:p>
          <a:p>
            <a:pPr>
              <a:spcBef>
                <a:spcPts val="800"/>
              </a:spcBef>
              <a:buNone/>
            </a:pPr>
            <a:r>
              <a:rPr lang="en-US" sz="1500" b="1">
                <a:solidFill>
                  <a:srgbClr val="0284C7"/>
                </a:solidFill>
                <a:latin typeface="Calibri"/>
                <a:hlinkClick r:id="rId2"/>
              </a:rPr>
              <a:t>Explore the complete Artisan Dutch Oven Baking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Knead Bread Recipe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