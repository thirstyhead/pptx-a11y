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Q4 Accessible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Executive Summary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609600">
                <a:tc>
                  <a:txBody>
                    <a:bodyPr/>
                    <a:lstStyle/>
                    <a:p>
                      <a:r>
                        <a:t>Quarter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$1.2M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Q4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$1.5M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Accessible Quarterly Business Review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en-US</dc:language>
</cp:coreProperties>
</file>