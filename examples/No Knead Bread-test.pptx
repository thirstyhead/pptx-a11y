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1111111-1111-1111-1111-111111111111}">
          <p14:sldIdLst>
            <p14:sldId id="256"/>
            <p14:sldId id="257"/>
          </p14:sldIdLst>
        </p14:section>
        <p14:section name="Default Section" id="{22222222-2222-2222-2222-222222222222}">
          <p14:sldIdLst>
            <p14:sldId id="258"/>
            <p14:sldId id="259"/>
            <p14:sldId id="26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solidFill>
            <a:srgbClr val="FFFFFF"/>
          </a:solidFill>
        </p:spPr>
        <p:txBody>
          <a:bodyPr/>
          <a:lstStyle/>
          <a:p>
            <a:r>
              <a:rPr sz="1400" b="0">
                <a:solidFill>
                  <a:srgbClr val="94A3B8"/>
                </a:solidFill>
                <a:latin typeface="Calibri"/>
              </a:rPr>
              <a:t>No kneading required, 4 simple ingredients, baked in a Dutch Oven.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0F172A"/>
                </a:solidFill>
                <a:latin typeface="Calibri"/>
              </a:rPr>
              <a:t>No Knead Bread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731520" y="1463040"/>
            <a:ext cx="411480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100" b="1">
                <a:solidFill>
                  <a:srgbClr val="0369A1"/>
                </a:solidFill>
                <a:latin typeface="Calibri"/>
              </a:rPr>
              <a:t>OVERVIEW &amp; PHILOSOPHY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The simplicity of this no-knead bread is what makes it a household favorite. Your entire home will fill with the aroma of fresh artisan bakery bread as it bakes.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Requiring zero special equipment and just four basic pantry staples, this method delivers a golden, blistered crust and a moist, airy crumb.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4A3B8"/>
                </a:solidFill>
                <a:latin typeface="Calibri"/>
              </a:rPr>
              <a:t>A slow, 12 to 18-hour room-temperature fermentation develops rich flavor and a chewy artisan texture without any manual kneading.</a:t>
            </a:r>
          </a:p>
        </p:txBody>
      </p:sp>
      <p:pic>
        <p:nvPicPr>
          <p:cNvPr id="4" name="Artisan Bread Loa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3383280" cy="2243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645920"/>
          <a:ext cx="7315200" cy="292608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85216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Ingredient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All-Purpose Flour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3 cups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Unbleached white flour preferred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 3/4 tsp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Fine sea salt or kosher 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Active Dry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1/2 tsp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Instant or dry active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Water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t>1 1/2 cups (Room temperature, approx. 70°F)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Whisk Dry Ingredients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In a large bowl, whisk together 3 cups all-purpose flour, 1¾ tsp fine salt, and ½ tsp active dry yeast.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Form Shaggy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Pour in 1½ cups room-temperature water. Mix with a wooden spoon or spatula until thoroughly incorporated.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Overnight Counter Ferment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Cover bowl tightly with plastic wrap. Let rest at room temperature for 12 to 18 hours until bubbly and doubled.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Preheat Oven &amp; Dutch Oven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Place covered cast iron Dutch oven inside oven. Preheat both together to 450°F (230°C) for at least 30 minutes.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Shape &amp; Transfer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With generously floured hands, turn dough onto a floured counter, shape into a ball, and drop into hot pot.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Covered &amp; Uncovered Bake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Bake covered 30 minutes to trap steam. Remove lid and bake 15 to 20 minutes more until crust is deeply golden.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Cool Completely Before Slicing: </a:t>
            </a:r>
            <a:r>
              <a:rPr sz="1300" b="0">
                <a:solidFill>
                  <a:srgbClr val="334155"/>
                </a:solidFill>
                <a:latin typeface="Calibri"/>
              </a:rPr>
              <a:t>Allow loaf to rest on a wire cooling rack for at least 1 full hour. Slicing warm bread compresses steam and creates a gummy, dense crumb.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Preserve Crust Crispness: </a:t>
            </a:r>
            <a:r>
              <a:rPr sz="1300" b="0">
                <a:solidFill>
                  <a:srgbClr val="334155"/>
                </a:solidFill>
                <a:latin typeface="Calibri"/>
              </a:rPr>
              <a:t>Store cut-side down in a breathable paper bag or wooden bread box at room temperature for up to 3 days. Never store in plastic bags, which soften the crust.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Artisanal Serving Pairings: </a:t>
            </a:r>
            <a:r>
              <a:rPr sz="1300" b="0">
                <a:solidFill>
                  <a:srgbClr val="334155"/>
                </a:solidFill>
                <a:latin typeface="Calibri"/>
              </a:rPr>
              <a:t>Slice thick and serve warm with salted European cultured butter, extra virgin olive oil with flaky sea salt, artisan cheeses, or alongside hearty soups.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Baker's Companion Guide: </a:t>
            </a:r>
            <a:r>
              <a:rPr sz="1300" b="0">
                <a:solidFill>
                  <a:srgbClr val="334155"/>
                </a:solidFill>
                <a:latin typeface="Calibri"/>
              </a:rPr>
              <a:t>Looking for crumb analysis, hydration scaling, and Dutch oven troubleshooting? </a:t>
            </a:r>
            <a:r>
              <a:rPr sz="1300" b="1">
                <a:solidFill>
                  <a:srgbClr val="0369A1"/>
                </a:solidFill>
                <a:latin typeface="Calibri"/>
                <a:hlinkClick r:id="rId2"/>
              </a:rPr>
              <a:t>click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