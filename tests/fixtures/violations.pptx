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Fake Title Box (No Semantic Layout)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4572000" cy="13716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685800">
                <a:tc>
                  <a:txBody>
                    <a:bodyPr/>
                    <a:lstStyle/>
                    <a:p>
                      <a:r>
                        <a:t>Col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Col B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