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Default Section" id="{default-sec-0}"/>
        <p14:section name="Default Section" id="{default-sec-1}"/>
        <p14:section name="Default Section" id="{default-sec-2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475569"/>
                </a:solidFill>
                <a:latin typeface="Calibri"/>
              </a:rPr>
              <a:t>No kneading required, 4 simple ingredients, baked in a Dutch Oven.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Introduction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1/2 cups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Room temperature (approx.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Serving &amp; Storage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sz="1300" b="1">
                <a:solidFill>
                  <a:srgbClr val="0369A1"/>
                </a:solidFill>
                <a:latin typeface="Calibri"/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