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EE9909263876}">
      <p14:sectionLst xmlns:p14="http://schemas.microsoft.com/office/powerpoint/2010/main">
        <p14:section name="Default Section" id="{default section}"/>
        <p14:section name="Baking Section" id="{baking section}"/>
        <p14:section name="Baking Section" id="{baking section}"/>
      </p14:sectionLst>
    </p:ext>
  </p:extLst>
  <p:modifyVerifier cryptProviderType="rsaAES" hashData="dummy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Grams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Flour</c:v>
                </c:pt>
                <c:pt idx="1">
                  <c:v>Water</c:v>
                </c:pt>
                <c:pt idx="2">
                  <c:v>Salt</c:v>
                </c:pt>
                <c:pt idx="3">
                  <c:v>Yeast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400</c:v>
                </c:pt>
                <c:pt idx="1">
                  <c:v>300</c:v>
                </c:pt>
                <c:pt idx="2">
                  <c:v>10</c:v>
                </c:pt>
                <c:pt idx="3">
                  <c:v>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example.com/recipe" TargetMode="External"/><Relationship Id="rId3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57600"/>
          </a:xfrm>
        </p:spPr>
        <p:txBody>
          <a:bodyPr/>
          <a:lstStyle/>
          <a:p>
            <a:r>
              <a:t>No kneading required, 4 simple ingredients.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371600"/>
          </a:xfrm>
        </p:spPr>
        <p:txBody>
          <a:bodyPr/>
          <a:lstStyle/>
          <a:p>
            <a:r>
              <a:t>No Knead Bread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Overview of the bread baking process and ingredients.</a:t>
            </a:r>
          </a:p>
          <a:p>
            <a:r>
              <a:rPr lang="en-US"/>
              <a:t>For baking tips, </a:t>
            </a:r>
            <a:r>
              <a:rPr lang="en-US">
                <a:hlinkClick r:id="rId2"/>
              </a:rPr>
              <a:t>click here</a:t>
            </a:r>
          </a:p>
        </p:txBody>
      </p:sp>
      <p:pic>
        <p:nvPicPr>
          <p:cNvPr id="4" name="Bread Phot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2011680"/>
            <a:ext cx="3474720" cy="23038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Recipe Details</a:t>
            </a:r>
          </a:p>
        </p:txBody>
      </p:sp>
      <p:graphicFrame>
        <p:nvGraphicFramePr>
          <p:cNvPr id="3" name="Ingredients Table"/>
          <p:cNvGraphicFramePr>
            <a:graphicFrameLocks noGrp="1"/>
          </p:cNvGraphicFramePr>
          <p:nvPr/>
        </p:nvGraphicFramePr>
        <p:xfrm>
          <a:off x="914400" y="1828800"/>
          <a:ext cx="7315200" cy="2286000"/>
        </p:xfrm>
        <a:graphic>
          <a:graphicData uri="http://schemas.openxmlformats.org/drawingml/2006/table">
            <a:tbl>
              <a:tblPr firstRow="0" bandRow="1">
                <a:tableStyleId>{5C22544A-7EE6-4342-B048-85BDC9FD1C3A}</a:tableStyleId>
              </a:tblPr>
              <a:tblGrid>
                <a:gridCol w="2438400"/>
                <a:gridCol w="2438400"/>
                <a:gridCol w="2438400"/>
              </a:tblGrid>
              <a:tr h="762000">
                <a:tc gridSpan="2">
                  <a:txBody>
                    <a:bodyPr/>
                    <a:lstStyle/>
                    <a:p>
                      <a:r>
                        <a:rPr lang="en-US"/>
                        <a:t>Merged Ingredients Header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76200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Recipe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Ingredient Proportions Chart"/>
          <p:cNvGraphicFramePr>
            <a:graphicFrameLocks noGrp="1"/>
          </p:cNvGraphicFramePr>
          <p:nvPr/>
        </p:nvGraphicFramePr>
        <p:xfrm>
          <a:off x="914400" y="1828800"/>
          <a:ext cx="36576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Bread Baking Video"/>
          <p:cNvSpPr/>
          <p:nvPr/>
        </p:nvSpPr>
        <p:spPr>
          <a:xfrm>
            <a:off x="5029200" y="1828800"/>
            <a:ext cx="3200400" cy="22860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videoFile/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loating Text Box"/>
          <p:cNvSpPr txBox="1"/>
          <p:nvPr/>
        </p:nvSpPr>
        <p:spPr>
          <a:xfrm>
            <a:off x="914400" y="13716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/>
              <a:t>Serving Tips: Let bread cool before slicing. This slide uses floating text without semantic layout.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