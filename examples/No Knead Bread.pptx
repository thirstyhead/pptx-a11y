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EE9909263876}">
      <p14:sectionLst xmlns:p14="http://schemas.microsoft.com/office/powerpoint/2010/main">
        <p14:section name="Introduction" id="{introduction}"/>
        <p14:section name="Preparation" id="{preparation}"/>
        <p14:section name="Baking &amp; Serving" id="{baking &amp; serving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No Knead Bread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No kneading required, 4 simple ingredients, baked in a Dutch Oven.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645920"/>
            <a:ext cx="4114800" cy="4389120"/>
          </a:xfrm>
        </p:spPr>
        <p:txBody>
          <a:bodyPr/>
          <a:lstStyle/>
          <a:p>
            <a:r>
              <a:rPr lang="en-US"/>
              <a:t>The simplicity of this no knead bread is what makes it a household favorite. Your entire home will fill with the aroma of fresh artisan bakery bread as it bakes.</a:t>
            </a:r>
          </a:p>
          <a:p>
            <a:pPr>
              <a:spcBef>
                <a:spcPts val="1400"/>
              </a:spcBef>
            </a:pPr>
            <a:r>
              <a:rPr lang="en-US"/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1400"/>
              </a:spcBef>
            </a:pPr>
            <a:r>
              <a:rPr lang="en-US"/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 descr="A freshly baked round loaf of golden-brown artisanal no-knead bread with a crispy, flour-dusted crust in a Dutch ov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3474720" cy="23038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828800"/>
          <a:ext cx="7315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Ingredient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Notes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All-Purpose Flour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 cups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Unbleached white flour preferred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Salt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 3/4 tsp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Fine sea salt or kosher salt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Active Dry Yeast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1/2 tsp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Instant or dry active yeast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/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 1/2 cups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Room temperature (approx. 70°F)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1. In a large bowl, whisk together flour, salt, and yeast.</a:t>
            </a:r>
          </a:p>
          <a:p>
            <a:r>
              <a:rPr lang="en-US"/>
              <a:t>2. Add room-temperature water; stir with a wooden spoon until a shaggy dough forms.</a:t>
            </a:r>
          </a:p>
          <a:p>
            <a:r>
              <a:rPr lang="en-US"/>
              <a:t>3. Cover tightly with plastic wrap; let rest at room temperature for 12 to 18 hours.</a:t>
            </a:r>
          </a:p>
          <a:p>
            <a:r>
              <a:rPr lang="en-US"/>
              <a:t>4. Preheat oven and covered cast iron Dutch oven to 450°F (230°C).</a:t>
            </a:r>
          </a:p>
          <a:p>
            <a:r>
              <a:rPr lang="en-US"/>
              <a:t>5. Gently turn dough onto a floured surface, shape into a ball, and transfer to hot pot.</a:t>
            </a:r>
          </a:p>
          <a:p>
            <a:r>
              <a:rPr lang="en-US"/>
              <a:t>6. Bake covered for 30 minutes, then uncovered for 15 to 20 minutes until golden brown.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Serving &amp; Storage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Cool Completely: Allow loaf to rest on a wire cooling rack for at least 1 hour before slicing to prevent gumminess.</a:t>
            </a:r>
          </a:p>
          <a:p>
            <a:r>
              <a:rPr lang="en-US"/>
              <a:t>Storage: Store at room temperature in a paper bag or bread box for up to 3 days. Avoid plastic bags.</a:t>
            </a:r>
          </a:p>
          <a:p>
            <a:r>
              <a:rPr lang="en-US"/>
              <a:t>Serving: Perfect warm with salted European butter, extra virgin olive oil, or hearty soups.</a:t>
            </a:r>
          </a:p>
          <a:p>
            <a:r>
              <a:rPr lang="en-US">
                <a:hlinkClick r:id="rId2"/>
              </a:rPr>
              <a:t>Explore the complete Artisan Dutch Oven Baking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Knead Bread Recipe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