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Fake Title Box (No Semantic Layout)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828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4572000" cy="13716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r>
                        <a:t>Col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 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