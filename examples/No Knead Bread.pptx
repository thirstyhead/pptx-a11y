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EE9909263876}">
      <p14:sectionLst xmlns:p14="http://schemas.microsoft.com/office/powerpoint/2010/main">
        <p14:section name="Introduction" id="{introduction}"/>
        <p14:section name="Preparation" id="{preparation}"/>
        <p14:section name="Baking &amp; Serving" id="{baking &amp; serving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1800" b="0">
                <a:solidFill>
                  <a:srgbClr val="475569"/>
                </a:solidFill>
                <a:latin typeface="Calibri"/>
              </a:rPr>
              <a:t>No kneading required, 4 simple ingredients, baked in a Dutch Oven.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Introduction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463040"/>
            <a:ext cx="411480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100" b="1">
                <a:solidFill>
                  <a:srgbClr val="0369A1"/>
                </a:solidFill>
                <a:latin typeface="Calibri"/>
              </a:rPr>
              <a:t>OVERVIEW &amp; PHILOSOPHY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35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35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>
                <a:solidFill>
                  <a:srgbClr val="334155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 descr="A freshly baked round loaf of golden-brown artisanal no-knead bread with a crispy, flour-dusted crust in a Dutch ov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3383280" cy="2243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1/2 cups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Room temperature (approx. 70°F)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Whisk Dry Ingredients —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In a large bowl, whisk together 3 cups all-purpose flour, 1¾ tsp fine salt, and ½ tsp active dry yeast.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Form Shaggy Dough —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Pour in 1½ cups room-temperature water. Mix with a wooden spoon or spatula until thoroughly incorporated.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Overnight Counter Ferment —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Cover bowl tightly with plastic wrap. Let rest at room temperature for 12 to 18 hours until bubbly and doubled.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Preheat Oven &amp; Dutch Oven —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Place covered cast iron Dutch oven inside oven. Preheat both together to 450°F (230°C) for at least 30 minutes.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Shape &amp; Transfer Dough —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With generously floured hands, turn dough onto a floured counter, shape into a ball, and drop into hot pot.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Covered &amp; Uncovered Bake —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Bake covered 30 minutes to trap steam. Remove lid and bake 15 to 20 minutes more until crust is deeply golden.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Serving &amp; Storage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Cool Completely Before Slicing: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Allow loaf to rest on a wire cooling rack for at least 1 full hour. Slicing warm bread compresses steam and creates a gummy, dense crumb.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Preserve Crust Crispness: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Store cut-side down in a breathable paper bag or wooden bread box at room temperature for up to 3 days. Never store in plastic bags, which soften the crust.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Artisanal Serving Pairings: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Slice thick and serve warm with salted European cultured butter, extra virgin olive oil with flaky sea salt, artisan cheeses, or alongside hearty soups.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lang="en-US" sz="1350" b="1">
                <a:solidFill>
                  <a:srgbClr val="0F172A"/>
                </a:solidFill>
                <a:latin typeface="Calibri"/>
              </a:rPr>
              <a:t>Baker's Companion Guide: </a:t>
            </a:r>
            <a:r>
              <a:rPr lang="en-US" sz="1300" b="0">
                <a:solidFill>
                  <a:srgbClr val="334155"/>
                </a:solidFill>
                <a:latin typeface="Calibri"/>
              </a:rPr>
              <a:t>Looking for crumb analysis, hydration scaling, and Dutch oven troubleshooting? </a:t>
            </a:r>
            <a:r>
              <a:rPr lang="en-US" sz="1300" b="1">
                <a:solidFill>
                  <a:srgbClr val="0369A1"/>
                </a:solidFill>
                <a:latin typeface="Calibri"/>
                <a:hlinkClick r:id="rId2"/>
              </a:rPr>
              <a:t>Explore the Complete Artisan Dutch Oven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Knead Bread Recipe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